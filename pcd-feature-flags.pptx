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Helvetica Neue"/>
              </a:rPr>
              <a:t>PCD Feature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Helvetica Neue"/>
              </a:rPr>
              <a:t>Flip a flag in 30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0">
                <a:solidFill>
                  <a:srgbClr val="16A34A"/>
                </a:solidFill>
                <a:latin typeface="Helvetica Neue"/>
              </a:rPr>
              <a:t>No restart.  No redeploy.  No ticket.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0CBDC"/>
                </a:solidFill>
                <a:latin typeface="Helvetica Neue"/>
              </a:rPr>
              <a:t>mahij@platform9.com  · 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Helvetica Neue"/>
              </a:rPr>
              <a:t>PCD backend services have no runtime flag mechanism.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800">
                <a:solidFill>
                  <a:srgbClr val="1A1A1A"/>
                </a:solidFill>
                <a:latin typeface="Helvetica Neue"/>
              </a:rPr>
              <a:t>The only flag system is /opt/pf9/www/public/clarity/features.json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800">
                <a:solidFill>
                  <a:srgbClr val="1A1A1A"/>
                </a:solidFill>
                <a:latin typeface="Helvetica Neue"/>
              </a:rPr>
              <a:t>Ansible-driven · file on DU host · 12 years old · Clarity UI only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800">
                <a:solidFill>
                  <a:srgbClr val="1A1A1A"/>
                </a:solidFill>
                <a:latin typeface="Helvetica Neue"/>
              </a:rPr>
              <a:t>Backend services (hamgr, nova, neutron, cinder, masakari, glance) can't gate behavior at runtime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800">
                <a:solidFill>
                  <a:srgbClr val="1A1A1A"/>
                </a:solidFill>
                <a:latin typeface="Helvetica Neue"/>
              </a:rPr>
              <a:t>Every new code path ships either binary-on (scary) or behind static config (restart to toggle)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55606E"/>
                </a:solidFill>
                <a:latin typeface="Helvetica Neue"/>
              </a:rPr>
              <a:t>Meanwhile, DUs now run as k8s namespaces with helm-deployed pods.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Helvetica Neue"/>
              </a:rPr>
              <a:t>The 12-year-old features.json shape is obsolete.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Helvetica Neue"/>
              </a:rPr>
              <a:t>Adopt flagd — CNCF OpenFeature reference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Stateless pod, one per DU namespace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ConfigMap-backed · hot-reloads on kubectl edit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Consumers use upstream OpenFeature SDK + flagd-provider directly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No Platform9 wrapper.  No new pf9-flags repo.  ~20 LoC per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 Neue"/>
              </a:rPr>
              <a:t>Go consumer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5720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 Neue"/>
              </a:rPr>
              <a:t>Python consumer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5720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 Neue"/>
              </a:rPr>
              <a:t>Same flag schema for both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Helvetica Neue"/>
              </a:rPr>
              <a:t>Choose, integrate, ship — not invent.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698480" cy="5212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ctr"/>
            <a:r>
              <a:rPr sz="1400">
                <a:solidFill>
                  <a:srgbClr val="E7ECF3"/>
                </a:solidFill>
                <a:latin typeface="Menlo"/>
              </a:rPr>
              <a:t>+--------------- DU k8s namespace ---------------+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                     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ConfigMap flagd-config          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{ "flags": { "hamgr.fast_evac": {...} } }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|                    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| kubelet mounts as file (~30s)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v                    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flagd pod  --- gRPC :8013 push ---&gt;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(one per namespace)             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|              |             |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v              v             v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hamgr pod      nova-api      neutron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(OpenFeature   (OpenFeature   (future)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Go SDK)        Python SDK)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|                                                |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+------------------------------------------------+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   Operator:  kubectl edit cm/flagd-config -n &lt;du-ns&gt;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   Latency:   edit ─&gt; service eval = ~30 seconds p99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What We Shipped — 7 PRs in 1 day, 3 repos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5606E"/>
                </a:solidFill>
                <a:latin typeface="Helvetica Neue"/>
              </a:rPr>
              <a:t>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5606E"/>
                </a:solidFill>
                <a:latin typeface="Helvetica Neue"/>
              </a:rPr>
              <a:t>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0584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5606E"/>
                </a:solidFill>
                <a:latin typeface="Helvetica Neue"/>
              </a:rPr>
              <a:t>What it 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#677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5448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pf9-openstack-helm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544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new flagd/ helm chart (foundation)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93392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2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#678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084832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pf9-openstack-helm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084832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kind-based e2e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23744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15184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15184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pf9-hamgr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615184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Go consumer + gated hamgr.verbose_evac_logs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4096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45536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#679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145536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pf9-openstack-helm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145536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hamgr chart env-var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84448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75888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#410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67588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pf9-nova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675888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Python consumer + gated nova.verbose_api_request_log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#680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20624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pf9-openstack-helm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20624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nova chart env-var injection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45152"/>
            <a:ext cx="11155680" cy="45720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36592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Helvetica Neue"/>
              </a:rPr>
              <a:t>#681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736592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pf9-openstack-helm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736592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usage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Helvetica Neue"/>
              </a:rPr>
              <a:t>Each PR has unit tests · helm-template snapshot tests · two-stage AI code review (spec compliance + code quality).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Pilot Consumers (both languages, in parallel)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Helvetica Neue"/>
              </a:rPr>
              <a:t>Go — pf9-hamgr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ctr"/>
            <a:r>
              <a:rPr sz="1300">
                <a:solidFill>
                  <a:srgbClr val="E7ECF3"/>
                </a:solidFill>
                <a:latin typeface="Menlo"/>
              </a:rPr>
              <a:t>import "github.com/open-feature/go-sdk/openfeature"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func main() {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initFlags()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// ... existing startup ...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}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// At a call site: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client := openfeature.NewClient("hamgr")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on, _ := client.BooleanValue(ctx,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"hamgr.fast_evac", false,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openfeature.EvaluationContext{})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if on {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fastEvacPath()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914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Helvetica Neue"/>
              </a:rPr>
              <a:t>Python — pf9-nova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ctr"/>
            <a:r>
              <a:rPr sz="1300">
                <a:solidFill>
                  <a:srgbClr val="E7ECF3"/>
                </a:solidFill>
                <a:latin typeface="Menlo"/>
              </a:rPr>
              <a:t>from nova.pf9 import flags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flags.init_flags()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# At a call site: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from openfeature import api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client = api.get_client('nova')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on = client.get_boolean_value(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'nova.new_scheduler', False)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if on:</a:t>
            </a:r>
          </a:p>
          <a:p>
            <a:r>
              <a:rPr sz="1300">
                <a:solidFill>
                  <a:srgbClr val="E7ECF3"/>
                </a:solidFill>
                <a:latin typeface="Menlo"/>
              </a:rPr>
              <a:t>    new_scheduler_path()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55606E"/>
                </a:solidFill>
                <a:latin typeface="Helvetica Neue"/>
              </a:rPr>
              <a:t>Same flag schema · same wire protocol · same SDK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Helvetica Neue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6A34A"/>
                </a:solidFill>
                <a:latin typeface="Helvetica Neue"/>
              </a:rPr>
              <a:t>3 terminals · 3 commands · 1 minute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418320" cy="1554480"/>
          </a:xfrm>
          <a:prstGeom prst="roundRect">
            <a:avLst>
              <a:gd name="adj" fmla="val 4000"/>
            </a:avLst>
          </a:prstGeom>
          <a:solidFill>
            <a:srgbClr val="00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ctr"/>
            <a:r>
              <a:rPr sz="1400">
                <a:solidFill>
                  <a:srgbClr val="E7ECF3"/>
                </a:solidFill>
                <a:latin typeface="Menlo"/>
              </a:rPr>
              <a:t>T1 $ ./start-flagd.sh        # flagd boots, watches flags.json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T2 $ ./start-service.sh      # fake hamgr starts polling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T3 $ ./flip.sh on            # service flips to green FAST path in 1s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T3 $ ./flip.sh off           # service rolls back in 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What the audience just saw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1247120" cy="5120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ctr"/>
            <a:r>
              <a:rPr sz="1400">
                <a:solidFill>
                  <a:srgbClr val="E7ECF3"/>
                </a:solidFill>
                <a:latin typeface="Menlo"/>
              </a:rPr>
              <a:t>[19:53:08] cycle=1   legacy evac path: serial-migrating 8 VMs in 96s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[19:53:09] cycle=2   legacy evac path: serial-migrating 8 VMs in 96s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                                                                      &lt;-- ./flip.sh on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[19:53:10] cycle=3   FAST evac path: parallel-migrating 8 VMs in 12s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           ↑ flag flipped ON — switched to fast path on cycle 3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[19:53:11] cycle=4   FAST evac path: parallel-migrating 8 VMs in 12s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[19:53:12] cycle=5   FAST evac path: parallel-migrating 8 VMs in 12s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                                                                      &lt;-- ./flip.sh off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[19:53:15] cycle=8   legacy evac path: serial-migrating 8 VMs in 96s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            ↓ flag flipped OFF — rolled back to legacy path on cycle 8</a:t>
            </a:r>
          </a:p>
          <a:p>
            <a:r>
              <a:rPr sz="1400">
                <a:solidFill>
                  <a:srgbClr val="E7ECF3"/>
                </a:solidFill>
                <a:latin typeface="Menlo"/>
              </a:rPr>
              <a:t>[19:53:16] cycle=9   legacy evac path: serial-migrating 8 VMs in 96s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Helvetica Neue"/>
              </a:rPr>
              <a:t>Effect propagation: ~1 second.  No restart.  No redeploy.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Production Parity — demo IS the prod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Demo (laptop)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Production (DU)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27048"/>
            <a:ext cx="11247120" cy="50292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flags.json on local disk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18488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ConfigMap flagd-config mounted at /etc/flagd/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48256"/>
            <a:ext cx="11247120" cy="5029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39696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flagd as a host binary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39696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flagd as a k8s Deployment, one per DU namespace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9464"/>
            <a:ext cx="11247120" cy="50292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60904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Service runs against localhost:8013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60904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Pod injects FLAGD_HOST / FLAGD_PORT via helm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0672"/>
            <a:ext cx="11247120" cy="5029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82112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./flip.sh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82112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kubectl edit cm/flagd-config -n &lt;du-ns&gt;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Same OpenFeature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70332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Same OpenFeature SDK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33088"/>
            <a:ext cx="11247120" cy="5029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2452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Same flagd-provider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224528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Same flagd-provider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54296"/>
            <a:ext cx="11247120" cy="50292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45736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Same JSON flag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745736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 Neue"/>
              </a:rPr>
              <a:t>Same JSON flag 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Zero Platform9 reinvention — flagd is CNCF, OpenFeature is the standard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Already production-ready — unit tests + snapshot tests + e2e + AI code review on every PR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Working code, not slides — the demo runs on this laptop in 60 seconds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Extensible — same pattern adds neutron / cinder / glance in &lt;1 day each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Operator UX — kubectl edit cm — no new tool to learn, K8s RBAC already gates who can flip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Fail-open — every consumer degrades to caller default on flagd outage; service never crashes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What's next  (v2 candidates)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5606E"/>
                </a:solidFill>
                <a:latin typeface="Helvetica Neue"/>
              </a:rPr>
              <a:t>Each line is a candidate for a follow-up spec when concrete demand arises: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Per-tenant / per-project / per-user targeting (already in flagd's flag schema)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Percent rollouts and experimentation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Hypervisor-side services (nova-compute, pf9-ha-slave, vmha-agent on bare metal)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String / int / JSON flag types beyond bool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PCD CLI wrapper around kubectl edit (if operator UX feedback warrants)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B1F3A"/>
                </a:solidFill>
                <a:latin typeface="Helvetica Neue"/>
              </a:rPr>
              <a:t>▸  </a:t>
            </a:r>
            <a:r>
              <a:rPr sz="1900">
                <a:solidFill>
                  <a:srgbClr val="1A1A1A"/>
                </a:solidFill>
                <a:latin typeface="Helvetica Neue"/>
              </a:rPr>
              <a:t>Audit dashboard beyond K8s native audit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5216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All deferred features are flagd-native — zero consumer-side rewrite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06E"/>
                </a:solidFill>
                <a:latin typeface="Helvetica Neue"/>
              </a:rPr>
              <a:t>PCD Feature Flags  · 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Helvetica Neue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Helvetica Neue"/>
              </a:rPr>
              <a:t>Thanks.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0">
                <a:solidFill>
                  <a:srgbClr val="16A34A"/>
                </a:solidFill>
                <a:latin typeface="Helvetica Neue"/>
              </a:rPr>
              <a:t>No restart.  No redeploy.  No incident.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0CBDC"/>
                </a:solidFill>
                <a:latin typeface="Helvetica Neue"/>
              </a:rPr>
              <a:t>Code:  /tmp/pcd-flags-demo  ·  spec, plan, 7 PRs all linked in 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0CBDC"/>
                </a:solidFill>
                <a:latin typeface="Helvetica Neue"/>
              </a:rPr>
              <a:t>mahij@platform9.com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